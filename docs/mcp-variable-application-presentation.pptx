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d50c291554734" /><Relationship Type="http://schemas.openxmlformats.org/officeDocument/2006/relationships/extended-properties" Target="/docProps/app.xml" Id="Rfb4e772c6fad4fbf" /><Relationship Type="http://schemas.openxmlformats.org/officeDocument/2006/relationships/officeDocument" Target="/ppt/presentation.xml" Id="R10f33b8a692040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e8d7971e3146f7"/>
  </p:sldMasterIdLst>
  <p:notesMasterIdLst>
    <p:notesMasterId xmlns:r="http://schemas.openxmlformats.org/officeDocument/2006/relationships" r:id="R8cdaacf3b1794edc"/>
  </p:notesMasterIdLst>
  <p:sldIdLst>
    <p:sldId xmlns:r="http://schemas.openxmlformats.org/officeDocument/2006/relationships" id="256" r:id="R92b61137ec15461a"/>
    <p:sldId xmlns:r="http://schemas.openxmlformats.org/officeDocument/2006/relationships" id="257" r:id="R3b9facc62183402b"/>
    <p:sldId xmlns:r="http://schemas.openxmlformats.org/officeDocument/2006/relationships" id="258" r:id="R2481184bf776473d"/>
    <p:sldId xmlns:r="http://schemas.openxmlformats.org/officeDocument/2006/relationships" id="259" r:id="R5fde133340f34a09"/>
    <p:sldId xmlns:r="http://schemas.openxmlformats.org/officeDocument/2006/relationships" id="260" r:id="Rce942a0eb40f4db3"/>
    <p:sldId xmlns:r="http://schemas.openxmlformats.org/officeDocument/2006/relationships" id="261" r:id="Rac0e681356c64a28"/>
    <p:sldId xmlns:r="http://schemas.openxmlformats.org/officeDocument/2006/relationships" id="262" r:id="R27e39000e10f4eb4"/>
    <p:sldId xmlns:r="http://schemas.openxmlformats.org/officeDocument/2006/relationships" id="263" r:id="R29a37a3a5e924428"/>
    <p:sldId xmlns:r="http://schemas.openxmlformats.org/officeDocument/2006/relationships" id="264" r:id="R77940eafe36e48aa"/>
    <p:sldId xmlns:r="http://schemas.openxmlformats.org/officeDocument/2006/relationships" id="265" r:id="Rceabc361a6ae420f"/>
    <p:sldId xmlns:r="http://schemas.openxmlformats.org/officeDocument/2006/relationships" id="266" r:id="R1df4e54f80b94dab"/>
    <p:sldId xmlns:r="http://schemas.openxmlformats.org/officeDocument/2006/relationships" id="267" r:id="Rebda06efc3ba4537"/>
    <p:sldId xmlns:r="http://schemas.openxmlformats.org/officeDocument/2006/relationships" id="268" r:id="Rc657edae7e584630"/>
    <p:sldId xmlns:r="http://schemas.openxmlformats.org/officeDocument/2006/relationships" id="269" r:id="R114b8778eaa9405f"/>
    <p:sldId xmlns:r="http://schemas.openxmlformats.org/officeDocument/2006/relationships" id="270" r:id="R3e26ae222a20485f"/>
    <p:sldId xmlns:r="http://schemas.openxmlformats.org/officeDocument/2006/relationships" id="271" r:id="R8e5e26a969094f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2e52b0a474b19" /><Relationship Type="http://schemas.openxmlformats.org/officeDocument/2006/relationships/slideMaster" Target="/ppt/slideMasters/slideMaster1.xml" Id="R9be8d7971e3146f7" /><Relationship Type="http://schemas.openxmlformats.org/officeDocument/2006/relationships/notesMaster" Target="/ppt/notesMasters/notesMaster1.xml" Id="R8cdaacf3b1794edc" /><Relationship Type="http://schemas.openxmlformats.org/officeDocument/2006/relationships/presProps" Target="/ppt/presProps.xml" Id="Rcc00c89d6dd54d8a" /><Relationship Type="http://schemas.openxmlformats.org/officeDocument/2006/relationships/tableStyles" Target="/ppt/tableStyles.xml" Id="R319cf5f85ca64d83" /><Relationship Type="http://schemas.openxmlformats.org/officeDocument/2006/relationships/slide" Target="/ppt/slides/slide1.xml" Id="R92b61137ec15461a" /><Relationship Type="http://schemas.openxmlformats.org/officeDocument/2006/relationships/slide" Target="/ppt/slides/slide2.xml" Id="R3b9facc62183402b" /><Relationship Type="http://schemas.openxmlformats.org/officeDocument/2006/relationships/slide" Target="/ppt/slides/slide3.xml" Id="R2481184bf776473d" /><Relationship Type="http://schemas.openxmlformats.org/officeDocument/2006/relationships/slide" Target="/ppt/slides/slide4.xml" Id="R5fde133340f34a09" /><Relationship Type="http://schemas.openxmlformats.org/officeDocument/2006/relationships/slide" Target="/ppt/slides/slide5.xml" Id="Rce942a0eb40f4db3" /><Relationship Type="http://schemas.openxmlformats.org/officeDocument/2006/relationships/slide" Target="/ppt/slides/slide6.xml" Id="Rac0e681356c64a28" /><Relationship Type="http://schemas.openxmlformats.org/officeDocument/2006/relationships/slide" Target="/ppt/slides/slide7.xml" Id="R27e39000e10f4eb4" /><Relationship Type="http://schemas.openxmlformats.org/officeDocument/2006/relationships/slide" Target="/ppt/slides/slide8.xml" Id="R29a37a3a5e924428" /><Relationship Type="http://schemas.openxmlformats.org/officeDocument/2006/relationships/slide" Target="/ppt/slides/slide9.xml" Id="R77940eafe36e48aa" /><Relationship Type="http://schemas.openxmlformats.org/officeDocument/2006/relationships/slide" Target="/ppt/slides/slide10.xml" Id="Rceabc361a6ae420f" /><Relationship Type="http://schemas.openxmlformats.org/officeDocument/2006/relationships/slide" Target="/ppt/slides/slide11.xml" Id="R1df4e54f80b94dab" /><Relationship Type="http://schemas.openxmlformats.org/officeDocument/2006/relationships/slide" Target="/ppt/slides/slide12.xml" Id="Rebda06efc3ba4537" /><Relationship Type="http://schemas.openxmlformats.org/officeDocument/2006/relationships/slide" Target="/ppt/slides/slide13.xml" Id="Rc657edae7e584630" /><Relationship Type="http://schemas.openxmlformats.org/officeDocument/2006/relationships/slide" Target="/ppt/slides/slide14.xml" Id="R114b8778eaa9405f" /><Relationship Type="http://schemas.openxmlformats.org/officeDocument/2006/relationships/slide" Target="/ppt/slides/slide15.xml" Id="R3e26ae222a20485f" /><Relationship Type="http://schemas.openxmlformats.org/officeDocument/2006/relationships/slide" Target="/ppt/slides/slide16.xml" Id="R8e5e26a969094f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a39e6f1f04e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6eca3bc974671" /><Relationship Type="http://schemas.openxmlformats.org/officeDocument/2006/relationships/notesMaster" Target="/ppt/notesMasters/notesMaster1.xml" Id="Rc343292de89345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fe456ec0ed4f5d" /><Relationship Type="http://schemas.openxmlformats.org/officeDocument/2006/relationships/notesMaster" Target="/ppt/notesMasters/notesMaster1.xml" Id="R8b7073120602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0a588b139f4042" /><Relationship Type="http://schemas.openxmlformats.org/officeDocument/2006/relationships/notesMaster" Target="/ppt/notesMasters/notesMaster1.xml" Id="R8176fd6a8610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271da8dd74c08" /><Relationship Type="http://schemas.openxmlformats.org/officeDocument/2006/relationships/notesMaster" Target="/ppt/notesMasters/notesMaster1.xml" Id="Rcd79c6fdb33448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7aa02b097b481c" /><Relationship Type="http://schemas.openxmlformats.org/officeDocument/2006/relationships/notesMaster" Target="/ppt/notesMasters/notesMaster1.xml" Id="R827ba023a95548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3a7f1439b443b5" /><Relationship Type="http://schemas.openxmlformats.org/officeDocument/2006/relationships/notesMaster" Target="/ppt/notesMasters/notesMaster1.xml" Id="R7157d22e1b6948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38dbba5d9942ce" /><Relationship Type="http://schemas.openxmlformats.org/officeDocument/2006/relationships/notesMaster" Target="/ppt/notesMasters/notesMaster1.xml" Id="R8ff939e2154048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2e07cfb2d64234" /><Relationship Type="http://schemas.openxmlformats.org/officeDocument/2006/relationships/notesMaster" Target="/ppt/notesMasters/notesMaster1.xml" Id="Rb46b15faa32845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d02d54f6734d9c" /><Relationship Type="http://schemas.openxmlformats.org/officeDocument/2006/relationships/notesMaster" Target="/ppt/notesMasters/notesMaster1.xml" Id="R9a367ac980ae40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16a783ab3e41f6" /><Relationship Type="http://schemas.openxmlformats.org/officeDocument/2006/relationships/notesMaster" Target="/ppt/notesMasters/notesMaster1.xml" Id="R3b2f9811f9f941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697ef8d62e45f0" /><Relationship Type="http://schemas.openxmlformats.org/officeDocument/2006/relationships/notesMaster" Target="/ppt/notesMasters/notesMaster1.xml" Id="R5b6cf19cd2f54d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7c0bb6149247df" /><Relationship Type="http://schemas.openxmlformats.org/officeDocument/2006/relationships/notesMaster" Target="/ppt/notesMasters/notesMaster1.xml" Id="R4e469356fecc41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48aac7860d4883" /><Relationship Type="http://schemas.openxmlformats.org/officeDocument/2006/relationships/notesMaster" Target="/ppt/notesMasters/notesMaster1.xml" Id="Rdc5377a503984b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876dd61fda4b9a" /><Relationship Type="http://schemas.openxmlformats.org/officeDocument/2006/relationships/notesMaster" Target="/ppt/notesMasters/notesMaster1.xml" Id="Rf656532c6ef144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a081b9c59e45ca" /><Relationship Type="http://schemas.openxmlformats.org/officeDocument/2006/relationships/notesMaster" Target="/ppt/notesMasters/notesMaster1.xml" Id="R8be8a43379e445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a76960beaf4fd0" /><Relationship Type="http://schemas.openxmlformats.org/officeDocument/2006/relationships/notesMaster" Target="/ppt/notesMasters/notesMaster1.xml" Id="R20b86ff28329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102c1f715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da6738dad4520" /><Relationship Type="http://schemas.openxmlformats.org/officeDocument/2006/relationships/slideLayout" Target="/ppt/slideLayouts/slideLayout1.xml" Id="R01e498103568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498103568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288e08c0f4d19" /><Relationship Type="http://schemas.openxmlformats.org/officeDocument/2006/relationships/notesSlide" Target="/ppt/notesSlides/notesSlide1.xml" Id="R44e61aca56a140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1b800bac342f6" /><Relationship Type="http://schemas.openxmlformats.org/officeDocument/2006/relationships/notesSlide" Target="/ppt/notesSlides/notesSlide2.xml" Id="R4cd387d3344e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f501ca288483f" /><Relationship Type="http://schemas.openxmlformats.org/officeDocument/2006/relationships/notesSlide" Target="/ppt/notesSlides/notesSlide3.xml" Id="R42f3b3c03a894a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cd08c98b64e6a" /><Relationship Type="http://schemas.openxmlformats.org/officeDocument/2006/relationships/notesSlide" Target="/ppt/notesSlides/notesSlide4.xml" Id="Rd45bc819ee114a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4a9a7eca44c8c" /><Relationship Type="http://schemas.openxmlformats.org/officeDocument/2006/relationships/notesSlide" Target="/ppt/notesSlides/notesSlide5.xml" Id="Ra4c11462eeb74c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915fc881042b7" /><Relationship Type="http://schemas.openxmlformats.org/officeDocument/2006/relationships/notesSlide" Target="/ppt/notesSlides/notesSlide6.xml" Id="R6d2aadf20da94d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48e0409e343b5" /><Relationship Type="http://schemas.openxmlformats.org/officeDocument/2006/relationships/notesSlide" Target="/ppt/notesSlides/notesSlide7.xml" Id="R86aa41d854e544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a2c712b2e48af" /><Relationship Type="http://schemas.openxmlformats.org/officeDocument/2006/relationships/notesSlide" Target="/ppt/notesSlides/notesSlide8.xml" Id="R90945fe32e3042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c5eb93474c9d" /><Relationship Type="http://schemas.openxmlformats.org/officeDocument/2006/relationships/notesSlide" Target="/ppt/notesSlides/notesSlide9.xml" Id="Rf71b802f116243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4ecd197f94458" /><Relationship Type="http://schemas.openxmlformats.org/officeDocument/2006/relationships/notesSlide" Target="/ppt/notesSlides/notesSlide10.xml" Id="R53de4686076847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fee35cbfa4ac4" /><Relationship Type="http://schemas.openxmlformats.org/officeDocument/2006/relationships/notesSlide" Target="/ppt/notesSlides/notesSlide11.xml" Id="Rdd5b8396836a4f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ccae753b54d6d" /><Relationship Type="http://schemas.openxmlformats.org/officeDocument/2006/relationships/notesSlide" Target="/ppt/notesSlides/notesSlide12.xml" Id="R24135dbd8ccb4b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5e4e84f564bcc" /><Relationship Type="http://schemas.openxmlformats.org/officeDocument/2006/relationships/notesSlide" Target="/ppt/notesSlides/notesSlide13.xml" Id="R282f2dd9abb840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4af6c204c4f28" /><Relationship Type="http://schemas.openxmlformats.org/officeDocument/2006/relationships/notesSlide" Target="/ppt/notesSlides/notesSlide14.xml" Id="Rda830257bfa34c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99926961f46d6" /><Relationship Type="http://schemas.openxmlformats.org/officeDocument/2006/relationships/notesSlide" Target="/ppt/notesSlides/notesSlide15.xml" Id="Rd9b6c3accd984f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ce773c0e44210" /><Relationship Type="http://schemas.openxmlformats.org/officeDocument/2006/relationships/notesSlide" Target="/ppt/notesSlides/notesSlide16.xml" Id="R27fb5d082a194d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43A68B-65B3-4FC3-909E-9252A794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업무 변수명 표준화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AE84-4736-4E51-88F4-C974043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4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mcp-variable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53F5E-25DE-45EB-B840-658B25A9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76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CSV 기반 도메인 사전을 MCP 도구로 연결해, AI와 개발자가 같은 표준 이름을 쓰게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F31E8-52C7-46A8-AEBA-5D2050B7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16340-9FE3-4B30-A702-D179370C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mcp-variable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E96DD-0B79-49F4-99D7-46EE51B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9AFCB-2BD0-4502-94FC-9FACE6C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225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3EA96-EEC8-40A2-9DD6-3530FDAF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299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등록일자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2C30C-6A18-42F3-A0E4-F999C02A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43243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EF79D-963B-4014-BCDA-3BEC862A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4114800"/>
            <a:ext cx="3225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B5C5E-9F9C-40AB-8F6A-5B6E340E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REG_YMD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9D04C-D723-4171-A846-071DF2E5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43243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90C34-1144-4D2B-B40C-2B968736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4114800"/>
            <a:ext cx="3225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99C20-7BA0-4366-A66F-999BDFD9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4352925"/>
            <a:ext cx="299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regYmd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5173F-0D6F-469D-8734-F16497D8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95350"/>
            <a:ext cx="30861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6CFD8-6EA2-47B0-AE7E-0108C88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104900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13,171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11954-FEE2-4AEB-86F7-0B50AEF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859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converted terms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94DF9-AC15-453A-BC38-F6E87498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행정안전부 공공데이터 공통표준용어 기반 기본 사전</a:t>
            </a:r>
          </a:p>
        </p:txBody>
      </p:sp>
    </p:spTree>
    <p:extLst>
      <p:ext uri="{BB962C8B-B14F-4D97-AF65-F5344CB8AC3E}">
        <p14:creationId xmlns:p14="http://schemas.microsoft.com/office/powerpoint/2010/main" val="1995775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918723-59D4-48D1-BEA5-22666440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76D52-6D58-4883-8F51-9352CB23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추측할 때 생기는 불일치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25C86-9E21-4579-864E-AF87E74D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업무 용어가 코드로 들어가기까지 표준 한글명, 물리 약어, 도메인 접미사, identifier case를 모두 지나갑니다.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75673-3DF1-44A2-8FA8-5C99CEB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문제 정의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21888-422E-48F4-A7ED-4D6EF53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E383A-9285-47F3-9024-9574ABA3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F433E-A0E7-4F0C-A620-0602EAFC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6.9%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E877A-7FC0-416C-BC92-63C28149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same-name probability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A8783-FA8A-4A06-B438-8845E28B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개발자가 같은 이름을 고를 확률은 낮습니다. 한국어 업무 시스템에서는 번역과 약어까지 더해집니다.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29F45-23C9-4794-95B8-263FB9AD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9982B-35C1-4ACA-A849-A215CCCE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흩어지는 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15369-59A7-4343-9586-107153D8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29146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표준 용어를 기억으로 선택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물리 약어를 개인 습관으로 축약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도메인 의미를 코드에서 재해석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EFD72-F356-4763-99BF-816A88B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81300"/>
            <a:ext cx="388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FF01D-9282-4F58-9409-4001F726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바꾸는 방향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CA045-4D67-4FC2-AF00-941B39C1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4671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사전에서 먼저 확인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confidence로 적용 여부 판단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Skill로 매번 같은 절차 반복</a:t>
            </a:r>
          </a:p>
        </p:txBody>
      </p:sp>
    </p:spTree>
    <p:extLst>
      <p:ext uri="{BB962C8B-B14F-4D97-AF65-F5344CB8AC3E}">
        <p14:creationId xmlns:p14="http://schemas.microsoft.com/office/powerpoint/2010/main" val="1819260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A1F9D-2EEF-447B-B8D7-8CD2FEE9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1막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71E5A-6FAD-4803-9EA9-B9C1C2C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42FA1-F187-4A97-9135-4C9026D4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이름은 DTO, API, DB, SQL, 리뷰와 리팩터링에 반복해서 등장합니다.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B4095-CF7B-42EA-8F81-E5CC24F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00D99-0AED-4908-ADC9-41873249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05A69-26BE-4DCC-A4CB-3B1C28C6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6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CEF99-F2FC-45A5-B53A-72A76C6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DTO 필드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91BED-FC14-4069-AFDF-93121E1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lowerCamel 코드 식별자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D7B64-D56E-4681-891E-035937B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196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862A5-7BC8-4B27-8E6D-73B3AAC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API payload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502FE-698E-4863-9987-5A03E6A9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요청/응답 계약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C9148-7826-47D5-B46C-6EEB7F0F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96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9D677-953F-4ACC-BFF0-3F4A8F7B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DB 컬럼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4FE06-C827-4425-BE10-F5978970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0045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snake 물리명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96A6E-0822-4870-8358-9D630DA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196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0F2E5-8382-42FA-B3BE-17A3095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SQL alias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0B0A7-747E-433E-8A5E-96D80CE3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쿼리와 코드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468FE-C4FF-4F4E-A2F6-EFCD50D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96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AFB8F-2CC5-470F-810D-FB7B8858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670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코드 리뷰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61819-B701-40B0-BB95-7C4A4AA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0045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사전 근거 중심 판단</a:t>
            </a:r>
          </a:p>
        </p:txBody>
      </p:sp>
    </p:spTree>
    <p:extLst>
      <p:ext uri="{BB962C8B-B14F-4D97-AF65-F5344CB8AC3E}">
        <p14:creationId xmlns:p14="http://schemas.microsoft.com/office/powerpoint/2010/main" val="301541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87ADA-3DBD-4F9D-BDA6-E6CD9E3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7E855-66BE-4090-822F-2DBD77DB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DTO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16F3B-71ED-4F6D-B436-8B259660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DTO 필드는 업무 의미가 코드에 처음 드러나는 자리입니다. exact 결과만 바로 적용합니다.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081E7-2C97-4C00-AE16-B01D3B71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91D71-06B5-47CB-8384-FEBB3AD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6BD01-9E1D-47D9-8C9B-E99F9D7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171C4-A7AE-4AD1-8261-5A0D79B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등록일자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27341-6DF6-4097-B745-1B9861A7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00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300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regYmd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F5C4E-A96C-4237-A1B4-D8D6621C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0F9F6E"/>
                </a:solidFill>
                <a:latin typeface="SF Mono"/>
                <a:ea typeface="SF Mono"/>
                <a:cs typeface="SF Mono"/>
              </a:defRPr>
            </a:pPr>
            <a:r>
              <a:rPr sz="1350" b="1">
                <a:solidFill>
                  <a:srgbClr val="0F9F6E"/>
                </a:solidFill>
                <a:latin typeface="SF Mono"/>
                <a:ea typeface="SF Mono"/>
                <a:cs typeface="SF Mono"/>
              </a:rPr>
              <a:t>confidence: exact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BB9FD-B4FB-4820-A92B-0D68CFF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D4037-0222-4702-83CA-7953E8BE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사용여부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07AB4-F3B1-4020-AE7D-2FBCA511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957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00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300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useYn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298A1-E2C9-4053-840C-151BE14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386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0F9F6E"/>
                </a:solidFill>
                <a:latin typeface="SF Mono"/>
                <a:ea typeface="SF Mono"/>
                <a:cs typeface="SF Mono"/>
              </a:defRPr>
            </a:pPr>
            <a:r>
              <a:rPr sz="1350" b="1">
                <a:solidFill>
                  <a:srgbClr val="0F9F6E"/>
                </a:solidFill>
                <a:latin typeface="SF Mono"/>
                <a:ea typeface="SF Mono"/>
                <a:cs typeface="SF Mono"/>
              </a:rPr>
              <a:t>confidence: 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3E3E6-E59B-4F5A-9402-08B93716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53DE1-6DF7-4891-A320-19816DD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사용자번호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78CE2-512D-4B53-925D-C517A6AD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00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300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userNo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F14AF-0BAA-46FF-A09C-BD006BAC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0F9F6E"/>
                </a:solidFill>
                <a:latin typeface="SF Mono"/>
                <a:ea typeface="SF Mono"/>
                <a:cs typeface="SF Mono"/>
              </a:defRPr>
            </a:pPr>
            <a:r>
              <a:rPr sz="1350" b="1">
                <a:solidFill>
                  <a:srgbClr val="0F9F6E"/>
                </a:solidFill>
                <a:latin typeface="SF Mono"/>
                <a:ea typeface="SF Mono"/>
                <a:cs typeface="SF Mono"/>
              </a:rPr>
              <a:t>confidence: exact</a:t>
            </a:r>
          </a:p>
        </p:txBody>
      </p:sp>
    </p:spTree>
    <p:extLst>
      <p:ext uri="{BB962C8B-B14F-4D97-AF65-F5344CB8AC3E}">
        <p14:creationId xmlns:p14="http://schemas.microsoft.com/office/powerpoint/2010/main" val="1321895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A49DD-DC55-499F-9756-D0001AC6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00C34-88CB-4635-AAEF-C67ED2CC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API payload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8A856-81A8-4270-9170-76B96518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요청과 응답 key는 DTO와 같은 사전 기반 이름을 공유해야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6B270-0099-4A6A-B148-9C92DD20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CD2FD-5955-4D92-8E49-4652424F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09B1E-5986-4540-A3C8-997A2E8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4D0BB-99C0-442F-93CE-FE5DD370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Before: 추측 기반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E81E3-56B0-460B-9B0F-A2F657C5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4343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registeredDate, regDate, createDate가 섞임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API 문서와 DTO 이름이 다르게 진화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리뷰에서 취향 논쟁이 반복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A9F82-310F-468F-8ED6-7A8B8209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ED707-14F8-4A7C-A07E-0079EFEC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After: 사전 기반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01F57-E297-4B60-8C47-B8392C29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343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등록일자 → regYmd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사용여부 → useYn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payload key와 DTO 필드가 같은 근거 공유</a:t>
            </a:r>
          </a:p>
        </p:txBody>
      </p:sp>
    </p:spTree>
    <p:extLst>
      <p:ext uri="{BB962C8B-B14F-4D97-AF65-F5344CB8AC3E}">
        <p14:creationId xmlns:p14="http://schemas.microsoft.com/office/powerpoint/2010/main" val="1122167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6B406-573C-4E10-B13A-0EB8675D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5E57F-786C-43D1-96F9-DCB882AD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DB 컬럼과 물리명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C2672-60C0-4D20-9FDC-4885C004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DB 컬럼과 물리명은 snake 출력으로 맞춥니다. 마지막 물리 토큰은 도메인 물리 토큰으로 해석됩니다.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415F2-A112-42A4-BBCC-A4E4CE71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3A1DC-0A7D-4040-8792-551C8F2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BE9F5-458D-4784-BED0-3D636229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7A075-1CCF-4747-BAB6-33DB366B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등록일자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F39A8-F695-4760-A0E5-66BB260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285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REG_YMD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CE2CA-076C-4654-8652-56F6584C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555555"/>
                </a:solidFill>
                <a:latin typeface="SF Mono"/>
                <a:ea typeface="SF Mono"/>
                <a:cs typeface="SF Mono"/>
              </a:rPr>
              <a:t>일자 domain: YMD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EFE20-537D-4D29-B963-9F623192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CB20E-D368-47D6-B370-A969B206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사용여부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29812-06BF-46D4-BE85-F8079BC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285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USE_YN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94E95-900E-49D9-87CC-494D62AD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555555"/>
                </a:solidFill>
                <a:latin typeface="SF Mono"/>
                <a:ea typeface="SF Mono"/>
                <a:cs typeface="SF Mono"/>
              </a:rPr>
              <a:t>여부 domain: YN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81470-249C-48B6-8108-7A132A10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ECA2F-FA4B-4901-A711-55336FC0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사용자번호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6ED2F-36F8-4CDD-9ACC-57F8B386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76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285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USER_NO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CA9DF-61DD-4FAE-B189-212A27A0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555555"/>
                </a:solidFill>
                <a:latin typeface="SF Mono"/>
                <a:ea typeface="SF Mono"/>
                <a:cs typeface="SF Mono"/>
              </a:rPr>
              <a:t>번호 domain: NO</a:t>
            </a:r>
          </a:p>
        </p:txBody>
      </p:sp>
    </p:spTree>
    <p:extLst>
      <p:ext uri="{BB962C8B-B14F-4D97-AF65-F5344CB8AC3E}">
        <p14:creationId xmlns:p14="http://schemas.microsoft.com/office/powerpoint/2010/main" val="613642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6BA31-3D0E-4E05-B267-B70D6FD1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3CF10-6FA8-45E6-86DD-8CBFFA11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SQL alias와 검색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BA807-5557-4564-BEEC-07664AD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한국어 용어에서 SQL alias와 코드 이름을 함께 뽑으면 쿼리와 애플리케이션 이름의 drift가 줄어듭니다.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93DBC-F8BF-4C9D-BDAB-0EB86FD9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D6A54-E771-434C-BE16-D678CEF0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5DE56-63CC-4EDB-AF12-FBE0CCB5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25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3EDD7-A1F7-42B3-B618-BC8B761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299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사용자번호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ACB4B-15D6-4CDF-ACE6-57310391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27051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830E1-97DB-4C52-BD69-2D5D299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495550"/>
            <a:ext cx="3225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B1CA-EEF6-430B-9BFE-5A3FBDAC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733675"/>
            <a:ext cx="299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USER_NO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EEC32-8978-4068-9AFB-0CA09C14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051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B193E-AF0C-4FD0-AF9D-04DC3272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495550"/>
            <a:ext cx="3225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147C8-BE11-4A2F-AD12-0FF546E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733675"/>
            <a:ext cx="299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2563EB"/>
                </a:solidFill>
                <a:latin typeface="SF Mono"/>
                <a:ea typeface="SF Mono"/>
                <a:cs typeface="SF Mono"/>
              </a:rPr>
              <a:t>userNo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8B38E-30DB-4C06-B110-16F71EDC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B227D-CCD8-4970-9BDC-78214907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select u.USER_NO as USER_NO, u.USE_YN as USE_YN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from USER_INFO u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where u.REG_YMD &gt;= :startRegYmd</a:t>
            </a:r>
          </a:p>
        </p:txBody>
      </p:sp>
    </p:spTree>
    <p:extLst>
      <p:ext uri="{BB962C8B-B14F-4D97-AF65-F5344CB8AC3E}">
        <p14:creationId xmlns:p14="http://schemas.microsoft.com/office/powerpoint/2010/main" val="1060195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54F7A-80CB-477F-A9EC-251C572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EC95E-0B1A-4E59-9788-3F139858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코드 리뷰와 리팩터링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17ED4-2EE7-43DF-9037-759CCA2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리뷰는 취향이 아니라 사전 근거와 confidence를 확인하는 절차가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834FC-411B-4951-ABB8-B8D1C97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업무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D1213-D913-4783-BC26-15E2444C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2D45E-7F12-4662-BCA9-2B121183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4C0AA-1741-4DFF-BE94-BE2C2162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리뷰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437D0-1B3F-4150-89AD-A0A96C6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4343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한국어 업무 용어는 무엇인가?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convert_terms 결과는 exact인가?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warnings나 candidates가 있는가?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0B56E-A39A-49CB-8869-0614FAA5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2BA3A-9465-42F5-B33D-63E531E3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381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9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등록일자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9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사용여부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9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사용자번호</a:t>
            </a:r>
          </a:p>
        </p:txBody>
      </p:sp>
    </p:spTree>
    <p:extLst>
      <p:ext uri="{BB962C8B-B14F-4D97-AF65-F5344CB8AC3E}">
        <p14:creationId xmlns:p14="http://schemas.microsoft.com/office/powerpoint/2010/main" val="4561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79A6F3-FDAC-467E-A63C-F6F8B572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2막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96D56-9ED4-4DDA-945A-61E0C7F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0D813-3775-4DEF-8B7A-E1696AF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 사전을 가진 MCP 서버를 AI 클라이언트에 연결하고, Skill이 호출 시점과 판단 기준을 고정합니다.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44521-2F8E-484A-9E86-26B6217B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46864-5EAE-4210-8639-497D9948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DEF21-DCF2-4244-9DB9-F0A71F5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095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F5492-F504-4BE3-89EE-A15D13C3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CSV 사전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F3316-27B9-4672-8EED-DE956D57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data/terms.csv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6AC35-0BD2-4C1C-9CF8-4C0CF693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43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3033B-C9AF-4C17-94D3-BA213CE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F9DB9-7BB7-4ED2-B2B9-6668EA83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MCP 서버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A1C16-8C6F-4C70-BF87-E10231C0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7190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 stdio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88465-9AC5-4647-B1D6-7A615735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A8AAE-7DB5-40BB-9318-4015E59B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2095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1EFEB-6A75-4D49-8B30-09D210E4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AI 클라이언트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62E44-3A34-495A-BFF9-419E6492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61BE0-82F3-4C5E-AC49-A50BFE2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9F6E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F3D46-66D8-43A7-834D-C0779ADA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2095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4424E-78E9-4F38-B607-B5F1C747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D5DA8-1ADC-40DA-9FA4-B5DE8D59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7190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사용 규칙 고정</a:t>
            </a:r>
          </a:p>
        </p:txBody>
      </p:sp>
    </p:spTree>
    <p:extLst>
      <p:ext uri="{BB962C8B-B14F-4D97-AF65-F5344CB8AC3E}">
        <p14:creationId xmlns:p14="http://schemas.microsoft.com/office/powerpoint/2010/main" val="2914136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D66669-BC44-4FCD-9BD5-B7B2BCA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0B4C0-FE22-4BFF-A45A-60964D29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MCP 서버 빌드와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A0D52-7E70-45B1-8E2A-167C191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소스가 바뀐 뒤에는 빌드가 필요합니다. MCP 클라이언트는 dist/server.js를 실행합니다.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CC3B4-117A-4FBE-A339-8C836EA8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C11F5-CE0B-4630-8BC4-E910DAF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0BA8D-DF22-40F7-9272-CC1FF4D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39814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0FD1D-74FE-48A2-BBF3-A0FAB854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실행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D8BF6-4877-4DC0-BE06-1BF1C3D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3562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555555"/>
                </a:solidFill>
                <a:latin typeface="SF Mono"/>
                <a:ea typeface="SF Mono"/>
                <a:cs typeface="SF Mono"/>
              </a:rPr>
              <a:t>npm install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555555"/>
                </a:solidFill>
                <a:latin typeface="SF Mono"/>
                <a:ea typeface="SF Mono"/>
                <a:cs typeface="SF Mono"/>
              </a:rPr>
              <a:t>npm run build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555555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555555"/>
                </a:solidFill>
                <a:latin typeface="SF Mono"/>
                <a:ea typeface="SF Mono"/>
                <a:cs typeface="SF Mono"/>
              </a:rPr>
              <a:t>node dist/server.js --csv ./data/terms.csv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1A3AE-65EC-4F82-BECF-A10CC991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63055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24D75-98FD-44FE-AA51-59AC19D6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5924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"mcpServers": 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"mcp-variable": 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"command": "node",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"args": ["dist/server.js", "--csv", "data/terms.csv"],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"disabled": false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}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}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8183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C5A3FD-D21C-4259-80C0-F53F67CB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06A24-F0C8-4E11-9319-BE2CD8E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Skill 워크플로우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241BD-A158-4C68-9CB5-087EBD69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MCP는 도구를 제공하고, Skill은 AI에게 그 도구를 써야 하는 순간과 판단 기준을 알려줍니다.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6F07A-13CA-445D-9934-D72B8788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716DC-2C0A-4BD8-B8F7-BEEC270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760B5-3DE7-462E-AF16-84BE5FA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62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A736-4C37-4276-AD28-2F164B02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D6100-774E-40E4-AEB4-54A06A8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용어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D0871-8D12-483A-8194-E2F6AC6F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업무 한글명을 먼저 모음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6338D-495D-4CE0-B0CD-F3F69873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1962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CC5E-57B5-4645-8D87-3A4B909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F2F15-F23B-4555-84A6-FF253E6F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bulk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9ABA3-5F4E-424D-BE53-A086B5C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줄 단위로 convert_terms 호출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31DC1-3CA2-436F-BA25-482D9A3F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962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83C76-48E8-43C9-96CC-82F9B8E4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8B271-FE81-4C3A-B578-7A89586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case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819FB-AE8D-4ED2-814A-E8208CE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576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code는 lowerCamel, DB는 snake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F2153-D5FA-48D3-9992-42C00F8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1962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89628-E2CF-4E3B-B795-CB57EA3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0564E-BABC-4A66-904F-871FC36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결과 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F5242-7D90-48A8-968A-66664F2B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confidence, warnings, candidates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485B7-ABA6-4272-BAAE-6171CBD9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962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86427-5C2E-45CF-99AA-8F2FFC17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9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C93DB-41EC-43A1-B63C-13C000B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적용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4F476-26CC-4BD7-B3E1-A6041EB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576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검증된 이름만 반영</a:t>
            </a:r>
          </a:p>
        </p:txBody>
      </p:sp>
    </p:spTree>
    <p:extLst>
      <p:ext uri="{BB962C8B-B14F-4D97-AF65-F5344CB8AC3E}">
        <p14:creationId xmlns:p14="http://schemas.microsoft.com/office/powerpoint/2010/main" val="786331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6D4A5-42EE-496F-AC8B-ED240884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AA651-F90C-4A6F-986C-2DE37879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convert_terms 입력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4C7BD-FEB3-4705-AC3C-F3834F0B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변환은 자유 번역 프롬프트가 아니라 구조화된 도구 호출입니다.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83194-0A4C-461E-8C04-23319DD5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E58F6-A391-4DF1-B99B-47C287A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3B396-191E-4139-B0E1-B614CCC4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223CC-4EC1-4715-8F3C-A5BFD4E1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"text": "등록일자\\n사용여부\\n사용자번호",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"direction": "term_to_physical",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"outputCase": "lowerCamel"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1AC1F-917C-49C3-ABD0-C7813AA7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F0710-EB1B-497D-ACBA-8D48CC8F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"text": "등록일자\\n사용여부\\n사용자번호",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"direction": "term_to_physical",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"outputCase": "snake"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6172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3F110-420E-4A53-9B1C-F30425E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9ED96-F395-4177-9156-E120ED53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confidence 판단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D7219-D961-4DE6-9764-7BDB081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도구가 이름을 반환해도 바로 쓰지 않습니다. confidence와 진단 필드를 보고 적용 여부를 결정합니다.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AAA9F-E835-4109-BC42-5E319A9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C2050-30DB-4565-AD82-AE84170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5F397-AAF2-40EE-A967-CC6DB2A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17BCA-E824-4085-B70F-DA810B4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exact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D3C50-FB55-45D4-A126-2151BA2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사전에 등록된 정확한 매핑입니다. 바로 적용할 수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8DC43-E88B-4229-901E-2A64A5CF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1355C-93C6-43B4-9DA7-E823C7AC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composed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0096F-FA61-42D6-A969-15D7EFA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검증된 단어와 도메인 조합입니다. warning과 candidate를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8BA22-A464-4A44-9841-05DB5AD2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E2B4B-7DAF-4A66-BDD2-CDED9DED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partial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53950-22E2-43F4-9E40-DDC0A202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일부만 찾았습니다. 최종 이름을 조용히 확정하지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7048E-DDAC-4093-98CE-74571A1D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60A83-3DEE-485F-A4E6-89C3616E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EE7A7-5E01-4DEB-A302-B77BACC9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사전에 없습니다. 웹 검색이나 일반 번역으로 대체하지 않습니다.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48BC6-32AF-41D0-88B6-7070F9B6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reverseCheck가 있으면 reverse-confirmed Korean term을 함께 보고합니다.</a:t>
            </a:r>
          </a:p>
        </p:txBody>
      </p:sp>
    </p:spTree>
    <p:extLst>
      <p:ext uri="{BB962C8B-B14F-4D97-AF65-F5344CB8AC3E}">
        <p14:creationId xmlns:p14="http://schemas.microsoft.com/office/powerpoint/2010/main" val="13954486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58925-5687-4F42-BD2D-1CB1898D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3막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8AD0A-EE74-43F7-9C2E-06FE66A5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적용 효과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4F988-1464-4413-9A24-807FC96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효과는 단지 변수명을 빨리 짓는 데서 끝나지 않습니다. 팀의 명명 기준이 사전과 도구 호출 기록 위에 놓입니다.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C00B6-8D26-404E-8C0E-AE5BCCCA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3막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FF767-7B11-4919-B809-C9771B2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FA92D-E816-4184-9BCD-C7199DA7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3AE78-0284-4C27-9619-686E394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C2C88-75AB-4490-BC9E-A2E4528A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일관성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DC284-DB57-49B1-8FBC-9DE3E890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동일 용어가 동일 이름으로 반복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0DFF0-B6AD-49F7-A25E-C9487B46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D40D0-F231-44EF-B063-AE4F472F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F4136-BD54-4511-916F-A0409CFB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43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리뷰 속도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A693C-A2BC-430A-ADF7-58F1017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취향 논쟁보다 근거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CCB3F-D7A1-4C75-9F7E-641B6356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E26B3-DB07-419A-B39D-5C7F4F4B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3A612-C5A2-45B7-97B5-DAE582EF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AI 품질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3C3D4-474D-4CE3-BE16-0B080F54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웹 검색 대신 로컬 사전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0C913-0485-495C-99A3-D855FFE3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21714-70D2-4D60-B9EF-2BF4647D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77402-2070-4FD2-ADEE-8E791EA0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표준 축적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3F227-C5BA-45F7-9E16-D9315551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미등록 용어가 관리 이슈로 노출</a:t>
            </a:r>
          </a:p>
        </p:txBody>
      </p:sp>
    </p:spTree>
    <p:extLst>
      <p:ext uri="{BB962C8B-B14F-4D97-AF65-F5344CB8AC3E}">
        <p14:creationId xmlns:p14="http://schemas.microsoft.com/office/powerpoint/2010/main" val="12265243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64082-98BB-4C31-9A6D-1DA5F3FC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적용 효과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21C2F-A1A7-4706-A721-34919836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추측에서 표준으로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E50B6-9EE0-4D2F-98DC-F372C631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naming decision이 흩어진 개인 판단에서 하나의 반복 가능한 workflow로 이동합니다.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E4AC1-3456-4EEC-A31F-3AFBD7DD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적용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18579-EC0E-44CA-95C2-D7F7890E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CFBCD-CF63-4158-A989-13FE9E11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01A9C-31EF-4871-AEDC-5CE4D2A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AFBCD-BE44-4821-8242-D9FD0914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4343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AI가 웹 검색, 일반 지식, 기억으로 이름 제안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개발자마다 약어와 도메인 해석이 다름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리뷰에서 이름 변경 요청이 반복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FF895-BDFF-4DB7-9D64-4791E02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C5305-6EAE-4999-BB99-2899C46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C37B9-1E00-4781-BD20-2271FA2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343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신뢰하는 CSV 사전에서 이름 확인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convert_terms 결과와 confidence를 함께 검토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Skill이 같은 절차를 매번 재사용</a:t>
            </a:r>
          </a:p>
        </p:txBody>
      </p:sp>
    </p:spTree>
    <p:extLst>
      <p:ext uri="{BB962C8B-B14F-4D97-AF65-F5344CB8AC3E}">
        <p14:creationId xmlns:p14="http://schemas.microsoft.com/office/powerpoint/2010/main" val="359270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A334C-DBF1-4FD1-BC52-7C7613CC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7E72-0651-45E4-80AD-A90C2D2A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4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변수명은 추측하지 않고 사전에 확인한다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D8F64-2477-4D87-8D71-8FEF0A33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76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Skill을 따라 DTO 필드명으로 변환해줘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DF2BF-CC0C-46F6-A69A-4E5E0994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52CC6-CD0F-4E2D-AA39-3F39052A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27A86-3760-42A5-B28C-53090C7B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627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C1786-B8FA-4463-8782-43C0D93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04900"/>
            <a:ext cx="4343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890CB-26CD-40EF-BDFC-62B6F05B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1445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메시지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8D856-9C09-4C61-88C2-7F7487CF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3924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적용 업무: DTO, API, DB, SQL, 리뷰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적용 방법: MCP + convert_terms + Skill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• 적용 효과: 일관성, 리뷰 속도, AI 품질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18333-7D01-4A29-A0D4-58315304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37A36-6980-424D-A05C-2FB43FD1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How Developers Choose Names — https://arxiv.org/abs/2103.07487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Context Protocol intro — https://modelcontextprotocol.io/docs/getting-started/intro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Context Protocol architecture — https://modelcontextprotocol.io/docs/learn/architecture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7004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2026-06-26T04:38:51.5900000Z</dcterms:created>
  <dcterms:modified xsi:type="dcterms:W3CDTF">2026-06-26T04:38:51.5900000Z</dcterms:modified>
</coreProperties>
</file>